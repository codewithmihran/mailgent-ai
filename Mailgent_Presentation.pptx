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4114800" cy="411480"/>
          </a:xfrm>
          <a:prstGeom prst="roundRect">
            <a:avLst/>
          </a:prstGeom>
          <a:solidFill>
            <a:srgbClr val="5F4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FETCH-A-THON 3.0 : ASI:ONE AGENT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Mailgent 📬🤖</a:t>
            </a:r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Autonomous AI Inbox Assistant for Students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</a:defRPr>
            </a:pPr>
            <a:r>
              <a:t>Transforming Natural Language Intent into Real-World Gmail Actions — Safe, Private &amp; Production-Ready.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698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AGENT PROFILE &amp; VERIFIED COORDINATES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Agent Name &amp; Handle: </a:t>
            </a:r>
            <a:r>
              <a:rPr sz="1200">
                <a:solidFill>
                  <a:srgbClr val="94A3B8"/>
                </a:solidFill>
              </a:rPr>
              <a:t>mailgent (@mailgent)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Agentverse Address: </a:t>
            </a:r>
            <a:r>
              <a:rPr sz="1200">
                <a:solidFill>
                  <a:srgbClr val="94A3B8"/>
                </a:solidFill>
              </a:rPr>
              <a:t>agent1qtdpknm8y3vqxj2sgvme5ql6wsqau7m9c3drd7k74avry64nnaxxs5y35ya (Active on Almanac API)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Protocols Deployed: </a:t>
            </a:r>
            <a:r>
              <a:rPr sz="1200">
                <a:solidFill>
                  <a:srgbClr val="94A3B8"/>
                </a:solidFill>
              </a:rPr>
              <a:t>Agent Chat Protocol (ACP v0.4.12) + Fetch.ai Payment Protocol (0.1.0)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Developer / Author: </a:t>
            </a:r>
            <a:r>
              <a:rPr sz="1200">
                <a:solidFill>
                  <a:srgbClr val="94A3B8"/>
                </a:solidFill>
              </a:rPr>
              <a:t>Md Mihran Sohail | GitHub: @CodeWithMihran | Track: From Intent to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Silent Student Career Crisis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72% of college students report missing career opportunities due to email fatigue and clutter.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1. Promotional Clutter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The Flood: </a:t>
            </a:r>
            <a:r>
              <a:rPr b="0" sz="1200">
                <a:solidFill>
                  <a:srgbClr val="94A3B8"/>
                </a:solidFill>
              </a:rPr>
              <a:t>College students receive 80+ emails daily: newsletters, campus spam, delivery receipts, and marketing FOMO quizzes.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Drowned Signals: </a:t>
            </a:r>
            <a:r>
              <a:rPr b="0" sz="1200">
                <a:solidFill>
                  <a:srgbClr val="94A3B8"/>
                </a:solidFill>
              </a:rPr>
              <a:t>Critical recruiter messages, interview dates, and scholarship notifications are buried beneath noise.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Cognitive Toll: </a:t>
            </a:r>
            <a:r>
              <a:rPr b="0" sz="1200">
                <a:solidFill>
                  <a:srgbClr val="94A3B8"/>
                </a:solidFill>
              </a:rPr>
              <a:t>Students waste 45+ minutes daily manually triaging messages across fragmented tabs.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2. The 48h Clock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Strict Expiry: </a:t>
            </a:r>
            <a:r>
              <a:rPr b="0" sz="1200">
                <a:solidFill>
                  <a:srgbClr val="94A3B8"/>
                </a:solidFill>
              </a:rPr>
              <a:t>Screening questionnaires, HackerRank tests, and Calendly scheduling links expire in 24 to 48 hours.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High Stakes: </a:t>
            </a:r>
            <a:r>
              <a:rPr b="0" sz="1200">
                <a:solidFill>
                  <a:srgbClr val="94A3B8"/>
                </a:solidFill>
              </a:rPr>
              <a:t>A single missed notification leads to an automatic application disqualification.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Human Limit: </a:t>
            </a:r>
            <a:r>
              <a:rPr b="0" sz="1200">
                <a:solidFill>
                  <a:srgbClr val="94A3B8"/>
                </a:solidFill>
              </a:rPr>
              <a:t>Students studying for exams cannot monitor their inbox 24/7 for ticking deadlines.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5F4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3. Recruiter Ghosting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The Silent Void: </a:t>
            </a:r>
            <a:r>
              <a:rPr b="0" sz="1200">
                <a:solidFill>
                  <a:srgbClr val="94A3B8"/>
                </a:solidFill>
              </a:rPr>
              <a:t>Recruiters often go silent after resume submissions, leaving applicants in limbo.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Missed Timing: </a:t>
            </a:r>
            <a:r>
              <a:rPr b="0" sz="1200">
                <a:solidFill>
                  <a:srgbClr val="94A3B8"/>
                </a:solidFill>
              </a:rPr>
              <a:t>Follow-up emails sent after 5-7 days dramatically boost response rates by 30%.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Follow-up Friction: </a:t>
            </a:r>
            <a:r>
              <a:rPr b="0" sz="1200">
                <a:solidFill>
                  <a:srgbClr val="94A3B8"/>
                </a:solidFill>
              </a:rPr>
              <a:t>Students feel awkward drafting professional follow-ups and delay until it's too 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Mailgent: Beyond Passive Chatbots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An autonomous AI agent on ASI:One that transforms natural language intent into real-world Gmail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Autonomous Email Triage ('Audit')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Instant Classification: </a:t>
            </a:r>
            <a:r>
              <a:rPr b="0" sz="1200">
                <a:solidFill>
                  <a:srgbClr val="94A3B8"/>
                </a:solidFill>
              </a:rPr>
              <a:t>Groups emails into Job/Internship, Academic, Finance, and Promotions.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Deadline Radar: </a:t>
            </a:r>
            <a:r>
              <a:rPr b="0" sz="1200">
                <a:solidFill>
                  <a:srgbClr val="94A3B8"/>
                </a:solidFill>
              </a:rPr>
              <a:t>Analyzes temporal urgency (&lt; 48 hours) and flags critical commitments.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Ghosting Radar &amp; Auto-Drafting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Stalled Thread Detection: </a:t>
            </a:r>
            <a:r>
              <a:rPr b="0" sz="1200">
                <a:solidFill>
                  <a:srgbClr val="94A3B8"/>
                </a:solidFill>
              </a:rPr>
              <a:t>Identifies applications waiting &gt; 5 days without recruiter reply.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Zero-Click Drafts: </a:t>
            </a:r>
            <a:r>
              <a:rPr b="0" sz="1200">
                <a:solidFill>
                  <a:srgbClr val="94A3B8"/>
                </a:solidFill>
              </a:rPr>
              <a:t>Composes polite, personalized follow-ups straight to Gmail Drafts folder.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4340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Human-in-the-Loop (HITL) Safety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Interactive Approval Card: </a:t>
            </a:r>
            <a:r>
              <a:rPr b="0" sz="1200">
                <a:solidFill>
                  <a:srgbClr val="94A3B8"/>
                </a:solidFill>
              </a:rPr>
              <a:t>Shows a structured preview of every proposed action before execution.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User Trust First: </a:t>
            </a:r>
            <a:r>
              <a:rPr b="0" sz="1200">
                <a:solidFill>
                  <a:srgbClr val="94A3B8"/>
                </a:solidFill>
              </a:rPr>
              <a:t>Zero unapproved mutations; full user control via simple Approve or Cancel.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34340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Real-World Gmail Impact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Automated Organization: </a:t>
            </a:r>
            <a:r>
              <a:rPr b="0" sz="1200">
                <a:solidFill>
                  <a:srgbClr val="94A3B8"/>
                </a:solidFill>
              </a:rPr>
              <a:t>Applies [Agent] Job and [Agent] Urgent labels in user's real Gmail.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Clutter Elimination: </a:t>
            </a:r>
            <a:r>
              <a:rPr b="0" sz="1200">
                <a:solidFill>
                  <a:srgbClr val="94A3B8"/>
                </a:solidFill>
              </a:rPr>
              <a:t>Archives promotional clutter out of primary inbox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INNOVATION &amp; CREATIVITY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Three Standout Innovations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Features specifically engineered to elevate Mailgent beyond ordinary email helpers.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5F4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[NEW] 👻 Ghosting Radar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The Innovation: </a:t>
            </a:r>
            <a:r>
              <a:rPr b="0" sz="1200">
                <a:solidFill>
                  <a:srgbClr val="94A3B8"/>
                </a:solidFill>
              </a:rPr>
              <a:t>Autonomous thread analyzer that calculates time elapsed since last recruiter contact.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Threshold Trigger: </a:t>
            </a:r>
            <a:r>
              <a:rPr b="0" sz="1200">
                <a:solidFill>
                  <a:srgbClr val="94A3B8"/>
                </a:solidFill>
              </a:rPr>
              <a:t>If days_silent &gt;= 5, triggers an automated follow-up proposal.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Context-Aware Draft: </a:t>
            </a:r>
            <a:r>
              <a:rPr b="0" sz="1200">
                <a:solidFill>
                  <a:srgbClr val="94A3B8"/>
                </a:solidFill>
              </a:rPr>
              <a:t>Pre-fills polite subject and body in Gmail Drafts so the student just hits Send.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[RADAR] ⏰ 48-Hour Deadline Radar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Temporal Extraction: </a:t>
            </a:r>
            <a:r>
              <a:rPr b="0" sz="1200">
                <a:solidFill>
                  <a:srgbClr val="94A3B8"/>
                </a:solidFill>
              </a:rPr>
              <a:t>Regex &amp; NLP entity matching for 'within 24h', 'expires tomorrow', 'booking link closes'.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Urgency Guard: </a:t>
            </a:r>
            <a:r>
              <a:rPr b="0" sz="1200">
                <a:solidFill>
                  <a:srgbClr val="94A3B8"/>
                </a:solidFill>
              </a:rPr>
              <a:t>Guards against marketing FOMO tricks (e.g. quiz contests) by restricting urgency strictly to Job, Academic, and Finance.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Priority Tagging: </a:t>
            </a:r>
            <a:r>
              <a:rPr b="0" sz="1200">
                <a:solidFill>
                  <a:srgbClr val="94A3B8"/>
                </a:solidFill>
              </a:rPr>
              <a:t>Surfaces ticking clocks directly in the ASI:One chat card.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[SAFETY] 🛡️ Dual-Mode Resilience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Live OAuth 2.0: </a:t>
            </a:r>
            <a:r>
              <a:rPr b="0" sz="1200">
                <a:solidFill>
                  <a:srgbClr val="94A3B8"/>
                </a:solidFill>
              </a:rPr>
              <a:t>Connects seamlessly to production Gmail via Google APIs with scoped tokens.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Offline Fallback: </a:t>
            </a:r>
            <a:r>
              <a:rPr b="0" sz="1200">
                <a:solidFill>
                  <a:srgbClr val="94A3B8"/>
                </a:solidFill>
              </a:rPr>
              <a:t>Bundles a realistic 50-email student dataset ('sample_emails.json').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Zero Evaluation Crashes: </a:t>
            </a:r>
            <a:r>
              <a:rPr b="0" sz="1200">
                <a:solidFill>
                  <a:srgbClr val="94A3B8"/>
                </a:solidFill>
              </a:rPr>
              <a:t>If network or credentials drop during jury inspection, Mailgent falls back gracefully.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Fetch.ai Ecosystem Synergy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Deep, multi-protocol integration across the entire Fetch.ai technology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1. Agent Chat Protocol (ACP)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Native ASI:One Integration: </a:t>
            </a:r>
            <a:r>
              <a:rPr b="0" sz="1200">
                <a:solidFill>
                  <a:srgbClr val="94A3B8"/>
                </a:solidFill>
              </a:rPr>
              <a:t>Full ACP v0.4.12 implementation with ChatMessage and ChatAcknowledgement.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Sub-Second Handshake: </a:t>
            </a:r>
            <a:r>
              <a:rPr b="0" sz="1200">
                <a:solidFill>
                  <a:srgbClr val="94A3B8"/>
                </a:solidFill>
              </a:rPr>
              <a:t>Immediate delivery confirmation back to ASI:One to eliminate UI lag.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Rich Markdown Cards: </a:t>
            </a:r>
            <a:r>
              <a:rPr b="0" sz="1200">
                <a:solidFill>
                  <a:srgbClr val="94A3B8"/>
                </a:solidFill>
              </a:rPr>
              <a:t>Renders formatted tables, badges, and action plans in 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5F4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2. Agentverse &amp; Almanac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Global Discovery: </a:t>
            </a:r>
            <a:r>
              <a:rPr b="0" sz="1200">
                <a:solidFill>
                  <a:srgbClr val="94A3B8"/>
                </a:solidFill>
              </a:rPr>
              <a:t>Registered on Almanac API (agent1qtdpknm8y3vqxj2sgvme5ql6wsqau7m9c3drd7k74avry64nnaxxs5y35ya).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Agentverse Mailbox: </a:t>
            </a:r>
            <a:r>
              <a:rPr b="0" sz="1200">
                <a:solidFill>
                  <a:srgbClr val="94A3B8"/>
                </a:solidFill>
              </a:rPr>
              <a:t>24/7 cloud message routing and persistent endpoint management.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Non-blocking Concurrency: </a:t>
            </a:r>
            <a:r>
              <a:rPr b="0" sz="1200">
                <a:solidFill>
                  <a:srgbClr val="94A3B8"/>
                </a:solidFill>
              </a:rPr>
              <a:t>Async execution (asyncio.to_thread) keeps the event loop fluid.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3. Payment &amp; ASI1 Reasoning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Payment Protocol: </a:t>
            </a:r>
            <a:r>
              <a:rPr b="0" sz="1200">
                <a:solidFill>
                  <a:srgbClr val="94A3B8"/>
                </a:solidFill>
              </a:rPr>
              <a:t>AgentPaymentProtocol integrated with CommitPayment &amp; CompletePayment handlers.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FET Micropayments: </a:t>
            </a:r>
            <a:r>
              <a:rPr b="0" sz="1200">
                <a:solidFill>
                  <a:srgbClr val="94A3B8"/>
                </a:solidFill>
              </a:rPr>
              <a:t>Monetization enabled: 0.01 FET per deep inbox scan, 0.05 FET for auto-drafting.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ASI1 LLM Hybrid: </a:t>
            </a:r>
            <a:r>
              <a:rPr b="0" sz="1200">
                <a:solidFill>
                  <a:srgbClr val="94A3B8"/>
                </a:solidFill>
              </a:rPr>
              <a:t>asi1-mini API reasoning backed by zero-latency local NLP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PRODUCT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6 Superpowers of Mailgent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Controlled through intuitive natural language intents on ASI:One or CLI.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7432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Audit my emails 📬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Scans recent inbox messages, </a:t>
            </a:r>
            <a:r>
              <a:rPr b="0" sz="1200">
                <a:solidFill>
                  <a:srgbClr val="94A3B8"/>
                </a:solidFill>
              </a:rPr>
              <a:t>categorizes by intent, identifies &lt; 48h deadlines, and generates HITL safety card.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27432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Pipeline 💼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Student Career Radar: </a:t>
            </a:r>
            <a:r>
              <a:rPr b="0" sz="1200">
                <a:solidFill>
                  <a:srgbClr val="94A3B8"/>
                </a:solidFill>
              </a:rPr>
              <a:t>Displays active interview loops (Nnomm, Echotalk, The ProEducator) and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20"/>
            <a:ext cx="27432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Approve / Cancel ✅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Executes proposed actions: </a:t>
            </a:r>
            <a:r>
              <a:rPr b="0" sz="1200">
                <a:solidFill>
                  <a:srgbClr val="94A3B8"/>
                </a:solidFill>
              </a:rPr>
              <a:t>applies [Agent] Job and [Agent] Urgent labels, archives clutter, creates drafts.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27432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Search &lt;term&gt; 🔎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Live keyword search: </a:t>
            </a:r>
            <a:r>
              <a:rPr b="0" sz="1200">
                <a:solidFill>
                  <a:srgbClr val="94A3B8"/>
                </a:solidFill>
              </a:rPr>
              <a:t>instant query across user's inbox with clean snippet cards and metadata.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1148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343400"/>
            <a:ext cx="27432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Draft to: ... 📝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Custom Draft Composer: </a:t>
            </a:r>
            <a:r>
              <a:rPr b="0" sz="1200">
                <a:solidFill>
                  <a:srgbClr val="94A3B8"/>
                </a:solidFill>
              </a:rPr>
              <a:t>creates targeted email drafts directly in Gmail Drafts ready for final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343400"/>
            <a:ext cx="27432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Profile 📇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Live Account Telemetry: </a:t>
            </a:r>
            <a:r>
              <a:rPr b="0" sz="1200">
                <a:solidFill>
                  <a:srgbClr val="94A3B8"/>
                </a:solidFill>
              </a:rPr>
              <a:t>shows authenticated Gmail address, integration mode, and message totals.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MARKET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Mailgent vs. Generic Email Assistants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Mailgent stands out in the Fetch-A-Thon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❌ Generic API Wrappers &amp; Chatbots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Manual &amp; Primitive: </a:t>
            </a:r>
            <a:r>
              <a:rPr b="0" sz="1200">
                <a:solidFill>
                  <a:srgbClr val="94A3B8"/>
                </a:solidFill>
              </a:rPr>
              <a:t>Requires users to type arcane commands and message IDs (e.g. 'move to trash 1875f4...').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No Semantic Reasoning: </a:t>
            </a:r>
            <a:r>
              <a:rPr b="0" sz="1200">
                <a:solidFill>
                  <a:srgbClr val="94A3B8"/>
                </a:solidFill>
              </a:rPr>
              <a:t>Cannot distinguish between an urgent interview invitation and an advertisement.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Blind Execution: </a:t>
            </a:r>
            <a:r>
              <a:rPr b="0" sz="1200">
                <a:solidFill>
                  <a:srgbClr val="94A3B8"/>
                </a:solidFill>
              </a:rPr>
              <a:t>Immediately mutates or deletes emails without human confirmation or preview.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No Career Awareness: </a:t>
            </a:r>
            <a:r>
              <a:rPr b="0" sz="1200">
                <a:solidFill>
                  <a:srgbClr val="94A3B8"/>
                </a:solidFill>
              </a:rPr>
              <a:t>Treats high-stakes recruiter communications like ordinary newsletters.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Fragile Offline State: </a:t>
            </a:r>
            <a:r>
              <a:rPr b="0" sz="1200">
                <a:solidFill>
                  <a:srgbClr val="94A3B8"/>
                </a:solidFill>
              </a:rPr>
              <a:t>Crashes immediately if credentials expire or API quotas are exceeded.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✅ Mailgent (Autonomous AI Agent)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High-Level Intent: </a:t>
            </a:r>
            <a:r>
              <a:rPr b="0" sz="1200">
                <a:solidFill>
                  <a:srgbClr val="94A3B8"/>
                </a:solidFill>
              </a:rPr>
              <a:t>User issues a single human prompt: 'Audit my emails' or 'Pipeline'.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Dual-Engine Reasoning: </a:t>
            </a:r>
            <a:r>
              <a:rPr b="0" sz="1200">
                <a:solidFill>
                  <a:srgbClr val="94A3B8"/>
                </a:solidFill>
              </a:rPr>
              <a:t>ASI1 LLM + NLP heuristic guards categorize emails and extract &lt; 48h deadlines.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Human-in-the-Loop Cards: </a:t>
            </a:r>
            <a:r>
              <a:rPr b="0" sz="1200">
                <a:solidFill>
                  <a:srgbClr val="94A3B8"/>
                </a:solidFill>
              </a:rPr>
              <a:t>Presents clean Markdown Approval Cards before touching the user's inbox.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Proactive Career Protection: </a:t>
            </a:r>
            <a:r>
              <a:rPr b="0" sz="1200">
                <a:solidFill>
                  <a:srgbClr val="94A3B8"/>
                </a:solidFill>
              </a:rPr>
              <a:t>Rescues interview deadlines and drafts recruiter follow-ups for stalled jobs.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Dual-Mode Resilience: </a:t>
            </a:r>
            <a:r>
              <a:rPr b="0" sz="1200">
                <a:solidFill>
                  <a:srgbClr val="94A3B8"/>
                </a:solidFill>
              </a:rPr>
              <a:t>Operates seamlessly on live Google OAuth 2.0 with instant mock fallback.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IMPACT &amp;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Real-World Impact &amp; Monetization Model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Clear student value proposition paired with Fetch.ai Payment Protocol economics.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🎓 Student &amp; Job Applicant Impact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45 Min ➔ 30 Sec: </a:t>
            </a:r>
            <a:r>
              <a:rPr b="0" sz="1200">
                <a:solidFill>
                  <a:srgbClr val="94A3B8"/>
                </a:solidFill>
              </a:rPr>
              <a:t>Replaces endless inbox scrolling with a 30-second daily review and 1-click confirmation.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Zero Expired Opportunities: </a:t>
            </a:r>
            <a:r>
              <a:rPr b="0" sz="1200">
                <a:solidFill>
                  <a:srgbClr val="94A3B8"/>
                </a:solidFill>
              </a:rPr>
              <a:t>48-Hour Deadline Radar guarantees students never miss an online assessment.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30% Higher Interview Response: </a:t>
            </a:r>
            <a:r>
              <a:rPr b="0" sz="1200">
                <a:solidFill>
                  <a:srgbClr val="94A3B8"/>
                </a:solidFill>
              </a:rPr>
              <a:t>Ghosting Radar turns silent applications into renewed recruiter conversations.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Reduced Mental Fatigue: </a:t>
            </a:r>
            <a:r>
              <a:rPr b="0" sz="1200">
                <a:solidFill>
                  <a:srgbClr val="94A3B8"/>
                </a:solidFill>
              </a:rPr>
              <a:t>Removes inbox anxiety so students can focus on interview prep and academics.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💰 Agent Monetization via Payment Protocol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Agent Payment Protocol: </a:t>
            </a:r>
            <a:r>
              <a:rPr b="0" sz="1200">
                <a:solidFill>
                  <a:srgbClr val="94A3B8"/>
                </a:solidFill>
              </a:rPr>
              <a:t>Native Fetch.ai payment protocol integrated and registered on Almanac.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Freemium Baseline: </a:t>
            </a:r>
            <a:r>
              <a:rPr b="0" sz="1200">
                <a:solidFill>
                  <a:srgbClr val="94A3B8"/>
                </a:solidFill>
              </a:rPr>
              <a:t>Core triage ('Audit', 'Profile', 'Pipeline') free for all students.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Micro-Transaction Tiers: </a:t>
            </a:r>
            <a:r>
              <a:rPr b="0" sz="1200">
                <a:solidFill>
                  <a:srgbClr val="94A3B8"/>
                </a:solidFill>
              </a:rPr>
              <a:t>Premium deep inbox scans (&gt; 50 emails): 0.01 FET per scan.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Autonomous Career Follow-Ups: </a:t>
            </a:r>
            <a:r>
              <a:rPr b="0" sz="1200">
                <a:solidFill>
                  <a:srgbClr val="94A3B8"/>
                </a:solidFill>
              </a:rPr>
              <a:t>Full automated recruiter negotiation follow-up drafts: 0.05 FET.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Agent-to-Agent Economy: </a:t>
            </a:r>
            <a:r>
              <a:rPr b="0" sz="1200">
                <a:solidFill>
                  <a:srgbClr val="94A3B8"/>
                </a:solidFill>
              </a:rPr>
              <a:t>Peer recruiting agents can query Mailgent for applicant availability.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PROOF OF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Live Gmail Verification &amp; Real Impact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Tested live on production Gmail account (sohail.mihran@gmail.com).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1. Live Gmail Labeling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Real Labels Created: </a:t>
            </a:r>
            <a:r>
              <a:rPr b="0" sz="1200">
                <a:solidFill>
                  <a:srgbClr val="94A3B8"/>
                </a:solidFill>
              </a:rPr>
              <a:t>[Agent] Job and [Agent] Urgent created directly in Gmail account.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Accurate Tagging: </a:t>
            </a:r>
            <a:r>
              <a:rPr b="0" sz="1200">
                <a:solidFill>
                  <a:srgbClr val="94A3B8"/>
                </a:solidFill>
              </a:rPr>
              <a:t>Internshala interview invitations (Nnomm, Echotalk, The ProEducator) tagged automatically.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Instant Visibility: </a:t>
            </a:r>
            <a:r>
              <a:rPr b="0" sz="1200">
                <a:solidFill>
                  <a:srgbClr val="94A3B8"/>
                </a:solidFill>
              </a:rPr>
              <a:t>Urgent deadlines surfaced in the Gmail sidebar in 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2. Clutter Archival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Clean Inbox: </a:t>
            </a:r>
            <a:r>
              <a:rPr b="0" sz="1200">
                <a:solidFill>
                  <a:srgbClr val="94A3B8"/>
                </a:solidFill>
              </a:rPr>
              <a:t>Promotional newsletters and marketing FOMO emails archived out of INBOX.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Non-Destructive: </a:t>
            </a:r>
            <a:r>
              <a:rPr b="0" sz="1200">
                <a:solidFill>
                  <a:srgbClr val="94A3B8"/>
                </a:solidFill>
              </a:rPr>
              <a:t>Zero emails deleted; all archived emails remain searchable.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Focus Restored: </a:t>
            </a:r>
            <a:r>
              <a:rPr b="0" sz="1200">
                <a:solidFill>
                  <a:srgbClr val="94A3B8"/>
                </a:solidFill>
              </a:rPr>
              <a:t>Primary inbox reduced to only urgent, academic, and finance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3. Drafts Generation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Gmail Drafts Folder: </a:t>
            </a:r>
            <a:r>
              <a:rPr b="0" sz="1200">
                <a:solidFill>
                  <a:srgbClr val="94A3B8"/>
                </a:solidFill>
              </a:rPr>
              <a:t>Follow-up email drafts created directly inside Gmail.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Safe Inspection: </a:t>
            </a:r>
            <a:r>
              <a:rPr b="0" sz="1200">
                <a:solidFill>
                  <a:srgbClr val="94A3B8"/>
                </a:solidFill>
              </a:rPr>
              <a:t>Drafts wait in Drafts folder for the student's final review before sending.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Professional Polish: </a:t>
            </a:r>
            <a:r>
              <a:rPr b="0" sz="1200">
                <a:solidFill>
                  <a:srgbClr val="94A3B8"/>
                </a:solidFill>
              </a:rPr>
              <a:t>Includes candidate name, role reference, and polite inquiry.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Mailgent: From Intent to Action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Production-ready, privacy-focused, and built to empower students worldwide.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5F4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🌟 Key Takeaways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True Autonomous Agent: </a:t>
            </a:r>
            <a:r>
              <a:rPr b="0" sz="1200">
                <a:solidFill>
                  <a:srgbClr val="94A3B8"/>
                </a:solidFill>
              </a:rPr>
              <a:t>Not a toy wrapper — bridges natural language on ASI:One to real-world Gmail actions.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Full Fetch.ai Stack: </a:t>
            </a:r>
            <a:r>
              <a:rPr b="0" sz="1200">
                <a:solidFill>
                  <a:srgbClr val="94A3B8"/>
                </a:solidFill>
              </a:rPr>
              <a:t>uAgents, Agentverse Mailbox, Almanac API, ACP Chat Protocol, Payment Protocol, ASI1 LLM.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Real-World Value: </a:t>
            </a:r>
            <a:r>
              <a:rPr b="0" sz="1200">
                <a:solidFill>
                  <a:srgbClr val="94A3B8"/>
                </a:solidFill>
              </a:rPr>
              <a:t>Solves high-stakes student career pain points with deadline &amp; ghosting radars.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Safety First: </a:t>
            </a:r>
            <a:r>
              <a:rPr b="0" sz="1200">
                <a:solidFill>
                  <a:srgbClr val="94A3B8"/>
                </a:solidFill>
              </a:rPr>
              <a:t>Human-in-the-Loop approval cards guarantee user confidence and data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🔗 Project Coordinates &amp; Submission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Agentverse Details: </a:t>
            </a:r>
            <a:r>
              <a:rPr b="0" sz="1200">
                <a:solidFill>
                  <a:srgbClr val="94A3B8"/>
                </a:solidFill>
              </a:rPr>
              <a:t>agent1qtdpknm8y3vqxj2sgvme5ql6wsqau7m9c3drd7k74avry64nnaxxs5y35ya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Agent Handle: </a:t>
            </a:r>
            <a:r>
              <a:rPr b="0" sz="1200">
                <a:solidFill>
                  <a:srgbClr val="94A3B8"/>
                </a:solidFill>
              </a:rPr>
              <a:t>@mailgent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GitHub Repository: </a:t>
            </a:r>
            <a:r>
              <a:rPr b="0" sz="1200">
                <a:solidFill>
                  <a:srgbClr val="94A3B8"/>
                </a:solidFill>
              </a:rPr>
              <a:t>https://github.com/CodeWithMihran/Mailgent-ai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Live Connected Account: </a:t>
            </a:r>
            <a:r>
              <a:rPr b="0" sz="1200">
                <a:solidFill>
                  <a:srgbClr val="94A3B8"/>
                </a:solidFill>
              </a:rPr>
              <a:t>sohail.mihran@gmail.com (Verified OAuth 2.0)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Developer Contact: </a:t>
            </a:r>
            <a:r>
              <a:rPr b="0" sz="1200">
                <a:solidFill>
                  <a:srgbClr val="94A3B8"/>
                </a:solidFill>
              </a:rPr>
              <a:t>Md Mihran Sohail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8FAFC"/>
                </a:solidFill>
              </a:rPr>
              <a:t>Hackathon: </a:t>
            </a:r>
            <a:r>
              <a:rPr b="0" sz="1200">
                <a:solidFill>
                  <a:srgbClr val="94A3B8"/>
                </a:solidFill>
              </a:rPr>
              <a:t>Fetch-A-Thon 3.0 : ASI:One Agent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